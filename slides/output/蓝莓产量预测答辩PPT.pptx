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野生蓝莓产量预测分析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BLUEBERRY YIELD PREDICTION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软件工程实训答辩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王梓宇 | 中国石油大学（华东）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3657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914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645920" y="1691640"/>
            <a:ext cx="320040" cy="32004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691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6459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基本信息与分工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1865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Info &amp;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02996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210312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20574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22768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Analysis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244144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2514600"/>
            <a:ext cx="320040" cy="32004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6" name="Text 14"/>
          <p:cNvSpPr/>
          <p:nvPr/>
        </p:nvSpPr>
        <p:spPr>
          <a:xfrm>
            <a:off x="164592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4688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94560" y="26883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94560" y="285292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645920" y="292608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164592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28803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194560" y="3099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326440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45920" y="3337560"/>
            <a:ext cx="320040" cy="32004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6" name="Text 24"/>
          <p:cNvSpPr/>
          <p:nvPr/>
        </p:nvSpPr>
        <p:spPr>
          <a:xfrm>
            <a:off x="164592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32918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模型对比结果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194560" y="35112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367588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45920" y="374904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3703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聚类分析结果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194560" y="39227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94560" y="408736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Shape 33"/>
          <p:cNvSpPr/>
          <p:nvPr/>
        </p:nvSpPr>
        <p:spPr>
          <a:xfrm>
            <a:off x="1645920" y="4160520"/>
            <a:ext cx="320040" cy="32004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36" name="Text 34"/>
          <p:cNvSpPr/>
          <p:nvPr/>
        </p:nvSpPr>
        <p:spPr>
          <a:xfrm>
            <a:off x="164592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41148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测试集预测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2194560" y="43342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 Prediction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194560" y="4498848"/>
            <a:ext cx="5486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Shape 38"/>
          <p:cNvSpPr/>
          <p:nvPr/>
        </p:nvSpPr>
        <p:spPr>
          <a:xfrm>
            <a:off x="1645920" y="4572000"/>
            <a:ext cx="320040" cy="32004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164592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194560" y="4526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个人总结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194560" y="47457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基本信息与分工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项目信息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项目名称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野生蓝莓产量预测分析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实训课程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359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软件工程实训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实训周期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7066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2026.6.29 — 2026.7.13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540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305409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 + NumPy + Pandas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4015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Scikit-learn + Matplotlib + Seaborn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statsmodels + uv + Git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个人分工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全流程数据分析与建模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20640" y="2423160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394960" y="2377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数据预处理：加载、清洗、标准化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2752344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5394960" y="27066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特征工程：相关性分析、PCA降维、VIF诊断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081528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聚类分析：K-Means + PCA可视化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3410712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3649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回归建模：Ridge/Lasso + 随机森林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3739896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5394960" y="36941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模型对比评估与测试集预测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4069080"/>
            <a:ext cx="146304" cy="14630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可视化图表生成（12张）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17个特征变量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1个目标变量(yield)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含训练集与测试集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相关性分析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Pearson相关系数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识别关键影响因素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绘制热力图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预测建模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对比多种模型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评估预测精度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输出测试集结果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特征变量分类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5029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蜜蜂种群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honeybee, bumbles, andrena, osmia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温度指标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上下限温度 max/min/average×2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rainingdays, averagerainingdays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9C46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果实特征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C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fruitset, fruitmass, seeds  ⚠ 数据泄露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9C4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果树规模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clonesize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943600" y="30175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8F0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126480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果实特征(fruitset/fruitmass/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seeds)与yield高度共线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(R&gt;0.8)，是典型的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"数据泄露"特征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需做对照实验验证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数据加载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CSV读取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1188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划分+标准化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188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PCA+VIF+相关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1188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建模训练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3种模型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1417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188720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评估预测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0" y="1554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R²/RMSE/MAE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2514600"/>
            <a:ext cx="365760" cy="36576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 聚类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肘部法则+轮廓系数确定最佳K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PCA降至2维可视化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揭示种植环境自然分组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251460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 (Ridge+Lasso)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044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L2/L1正则化防止过拟合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PCA降维后训练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交叉验证选最优alpha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Lasso可自动特征选择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2377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7F9FC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251460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122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0" y="3017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200棵决策树集成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Bagging降低方差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可处理非线性关系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输出特征重要性排序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核心创新点：果实特征对照实验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 FRUIT FEATURE ABLATION STUDY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A：包含果实特征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18个特征 → PCA降维 → Ridge回归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R² 决定系数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310896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数据泄露：果实特征在种植前无法获知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2423160"/>
            <a:ext cx="640080" cy="640080"/>
          </a:xfrm>
          <a:prstGeom prst="ellipse">
            <a:avLst/>
          </a:prstGeom>
          <a:solidFill>
            <a:srgbClr val="264653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0FA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46304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B：排除果实特征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15个特征 → PCA降维 → Ridge回归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4688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5120640" y="3200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R² 决定系数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3611880"/>
            <a:ext cx="310896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只用可干预环境变量，模型合理可信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264653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27939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"高 R² 不等于好模型" —— 特征选择需兼顾统计指标与业务逻辑，避免数据泄露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模型对比结果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645920"/>
                <a:gridCol w="1280160"/>
                <a:gridCol w="2103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特征组合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技术方案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465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Ridge回归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全部特征(18个)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PCA→RidgeCV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含作弊特征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Lasso回归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全部特征(18个)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PCA→LassoCV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76F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C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⚠ 含作弊特征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Ridge回归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排除果实(15个)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PCA→RidgeCV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合理基线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Lasso回归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排除果实(15个)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PCA→LassoCV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与Ridge持平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随机森林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排除果实(15个)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200棵树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 线性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8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最终选用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93192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4251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果实特征贡献了约0.45的R²增量 → 它们是数据泄露特征，不可用于实际预测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随机森林略优于线性模型，能捕捉非线性关系，且可输出特征重要性排序 → 最终选用方案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 聚类 + PCA 降维可视化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肘部法则 + 轮廓系数 → 确定最优K值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降至 2 维 → 散点图可视化聚类结果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各簇特征偏离分析 → 识别高产/低产模式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34640"/>
            <a:ext cx="260604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高产环境特征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高熊蜂(bumbles)密度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高地蜂(andrena)种群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适宜的温度范围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充沛的降雨天数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834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337560" y="2834640"/>
            <a:ext cx="2606040" cy="457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低产环境特征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极端温度条件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低蜜蜂种群密度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降雨不足或过量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需人工干预补充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7F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834640"/>
            <a:ext cx="2606040" cy="457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管理建议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38328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低产区域→增加蜂箱投放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调整种植密度和布局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根据温度预测提前调控</a:t>
            </a:r>
            <a:endParaRPr lang="en-US" sz="11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数据驱动精准种植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测试集预测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0FA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最终预测方案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828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随机森林 (n_estimators=200)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084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排除果实特征的 15 个环境变量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3408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全部训练集（含 yield 标签）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5968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预测输出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5968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outputs/models/test_predictions.csv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预测结果分析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E0E0E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预测均值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合理范围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与训练集产量均值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在同一数量级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37560" y="347472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E0E0E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2044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预测范围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[min, max]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52044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分布无异常极值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模型输出稳定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474720"/>
            <a:ext cx="26060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E0E0E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实际价值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参考意义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4160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辅助种植管理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产量预估与资源配置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个人总结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A3A4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技术收获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掌握数据分析全流程方法论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130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 Ridge/Lasso 正则化原理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780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学会随机森林等集成方法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2316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"高 R² ≠ 好模型"实践验证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130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果实特征对照实验的价值认知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A3A47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自身不足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特征工程深度不够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130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模型调参较为基础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4780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统计学理论需加强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20840" y="1783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未尝试 XGBoost/LightGBM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1305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交叉验证使用较简单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A3A4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工具心得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数据科学生态链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959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uv 项目依赖管理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43068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Git 版本控制协作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2316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Matplotlib 中文配置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959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非交互后端(Agg)适配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2A3A47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未来规划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学习梯度提升模型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959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了解深度学习回归应用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43068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强化统计学基础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2084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系统化特征工程方法论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39593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GridSearchCV/贝叶斯优化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3920" y="4572000"/>
            <a:ext cx="320040" cy="32004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2026-06-30T09:10:00Z</dcterms:created>
  <dcterms:modified xsi:type="dcterms:W3CDTF">2026-06-30T09:10:00Z</dcterms:modified>
</cp:coreProperties>
</file>